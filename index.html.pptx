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0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830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5DC2C8-64CF-49BC-8255-1764703429B5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486009-6775-48BE-84EE-7AE1A6372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370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486009-6775-48BE-84EE-7AE1A637228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8498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E7EDA-24AD-4759-A93B-5A93923C6D36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9A7AF-F6CE-4395-B6DA-45F9FEA04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134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E7EDA-24AD-4759-A93B-5A93923C6D36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9A7AF-F6CE-4395-B6DA-45F9FEA04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69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E7EDA-24AD-4759-A93B-5A93923C6D36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9A7AF-F6CE-4395-B6DA-45F9FEA04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687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E7EDA-24AD-4759-A93B-5A93923C6D36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9A7AF-F6CE-4395-B6DA-45F9FEA04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736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E7EDA-24AD-4759-A93B-5A93923C6D36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9A7AF-F6CE-4395-B6DA-45F9FEA04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079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E7EDA-24AD-4759-A93B-5A93923C6D36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9A7AF-F6CE-4395-B6DA-45F9FEA04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47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E7EDA-24AD-4759-A93B-5A93923C6D36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9A7AF-F6CE-4395-B6DA-45F9FEA04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042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E7EDA-24AD-4759-A93B-5A93923C6D36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9A7AF-F6CE-4395-B6DA-45F9FEA04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356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E7EDA-24AD-4759-A93B-5A93923C6D36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9A7AF-F6CE-4395-B6DA-45F9FEA04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342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E7EDA-24AD-4759-A93B-5A93923C6D36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9A7AF-F6CE-4395-B6DA-45F9FEA04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406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E7EDA-24AD-4759-A93B-5A93923C6D36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9A7AF-F6CE-4395-B6DA-45F9FEA04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657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BE7EDA-24AD-4759-A93B-5A93923C6D36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29A7AF-F6CE-4395-B6DA-45F9FEA04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084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-:Click to title:-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76400"/>
            <a:ext cx="4038600" cy="4267200"/>
          </a:xfr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Bloom by </a:t>
            </a:r>
            <a:r>
              <a:rPr lang="en-US" b="1" dirty="0" smtClean="0"/>
              <a:t>Flowers:</a:t>
            </a:r>
            <a:r>
              <a:rPr lang="en-US" dirty="0" smtClean="0"/>
              <a:t> </a:t>
            </a:r>
            <a:r>
              <a:rPr lang="en-US" dirty="0"/>
              <a:t>Users earn "Flower Points" for shopping, leaving reviews, and engaging on social media, which can be redeemed for </a:t>
            </a:r>
            <a:r>
              <a:rPr lang="en-US" dirty="0" smtClean="0"/>
              <a:t>beautifully flowers</a:t>
            </a:r>
            <a:r>
              <a:rPr lang="en-US" b="1" dirty="0" smtClean="0"/>
              <a:t>:</a:t>
            </a:r>
            <a:r>
              <a:rPr lang="en-US" dirty="0" smtClean="0"/>
              <a:t> </a:t>
            </a:r>
            <a:r>
              <a:rPr lang="en-US" dirty="0"/>
              <a:t>Shoppers earn garden reward points on every purchase to use as currency for future bulb and flower orders.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40179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55</Words>
  <Application>Microsoft Office PowerPoint</Application>
  <PresentationFormat>On-screen Show (4:3)</PresentationFormat>
  <Paragraphs>3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-:Click to title:-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6</cp:revision>
  <dcterms:created xsi:type="dcterms:W3CDTF">2026-06-17T11:20:56Z</dcterms:created>
  <dcterms:modified xsi:type="dcterms:W3CDTF">2026-06-17T11:43:27Z</dcterms:modified>
</cp:coreProperties>
</file>